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CE02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3" autoAdjust="0"/>
    <p:restoredTop sz="94660"/>
  </p:normalViewPr>
  <p:slideViewPr>
    <p:cSldViewPr snapToGrid="0">
      <p:cViewPr>
        <p:scale>
          <a:sx n="125" d="100"/>
          <a:sy n="125" d="100"/>
        </p:scale>
        <p:origin x="1258" y="-39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B4E1-1404-4329-AEB3-429727636979}" type="datetimeFigureOut">
              <a:rPr lang="es-MX" smtClean="0"/>
              <a:t>30/10/2025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CD927-8558-4320-9B9C-F4113655162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9208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B4E1-1404-4329-AEB3-429727636979}" type="datetimeFigureOut">
              <a:rPr lang="es-MX" smtClean="0"/>
              <a:t>30/10/2025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CD927-8558-4320-9B9C-F4113655162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4427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B4E1-1404-4329-AEB3-429727636979}" type="datetimeFigureOut">
              <a:rPr lang="es-MX" smtClean="0"/>
              <a:t>30/10/2025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CD927-8558-4320-9B9C-F4113655162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5164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B4E1-1404-4329-AEB3-429727636979}" type="datetimeFigureOut">
              <a:rPr lang="es-MX" smtClean="0"/>
              <a:t>30/10/2025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CD927-8558-4320-9B9C-F4113655162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71702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B4E1-1404-4329-AEB3-429727636979}" type="datetimeFigureOut">
              <a:rPr lang="es-MX" smtClean="0"/>
              <a:t>30/10/2025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CD927-8558-4320-9B9C-F4113655162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474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B4E1-1404-4329-AEB3-429727636979}" type="datetimeFigureOut">
              <a:rPr lang="es-MX" smtClean="0"/>
              <a:t>30/10/2025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CD927-8558-4320-9B9C-F4113655162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51799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B4E1-1404-4329-AEB3-429727636979}" type="datetimeFigureOut">
              <a:rPr lang="es-MX" smtClean="0"/>
              <a:t>30/10/2025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CD927-8558-4320-9B9C-F4113655162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6038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B4E1-1404-4329-AEB3-429727636979}" type="datetimeFigureOut">
              <a:rPr lang="es-MX" smtClean="0"/>
              <a:t>30/10/2025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CD927-8558-4320-9B9C-F4113655162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4567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B4E1-1404-4329-AEB3-429727636979}" type="datetimeFigureOut">
              <a:rPr lang="es-MX" smtClean="0"/>
              <a:t>30/10/2025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CD927-8558-4320-9B9C-F4113655162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04248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B4E1-1404-4329-AEB3-429727636979}" type="datetimeFigureOut">
              <a:rPr lang="es-MX" smtClean="0"/>
              <a:t>30/10/2025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CD927-8558-4320-9B9C-F4113655162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2720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B4E1-1404-4329-AEB3-429727636979}" type="datetimeFigureOut">
              <a:rPr lang="es-MX" smtClean="0"/>
              <a:t>30/10/2025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CD927-8558-4320-9B9C-F4113655162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5810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5B4E1-1404-4329-AEB3-429727636979}" type="datetimeFigureOut">
              <a:rPr lang="es-MX" smtClean="0"/>
              <a:t>30/10/2025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DCD927-8558-4320-9B9C-F4113655162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4928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F4062814-DE58-B878-F18F-548F64765B78}"/>
              </a:ext>
            </a:extLst>
          </p:cNvPr>
          <p:cNvSpPr/>
          <p:nvPr/>
        </p:nvSpPr>
        <p:spPr>
          <a:xfrm>
            <a:off x="904524" y="2084503"/>
            <a:ext cx="1074057" cy="41910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bg1"/>
                </a:solidFill>
              </a:rPr>
              <a:t>ICT</a:t>
            </a:r>
          </a:p>
        </p:txBody>
      </p:sp>
      <p:sp>
        <p:nvSpPr>
          <p:cNvPr id="10" name="Diagrama de flujo: almacenamiento interno 9">
            <a:extLst>
              <a:ext uri="{FF2B5EF4-FFF2-40B4-BE49-F238E27FC236}">
                <a16:creationId xmlns:a16="http://schemas.microsoft.com/office/drawing/2014/main" id="{0B628A1C-E657-15FE-7C65-FC794714B2D7}"/>
              </a:ext>
            </a:extLst>
          </p:cNvPr>
          <p:cNvSpPr/>
          <p:nvPr/>
        </p:nvSpPr>
        <p:spPr>
          <a:xfrm>
            <a:off x="5306060" y="7594269"/>
            <a:ext cx="1074057" cy="700554"/>
          </a:xfrm>
          <a:prstGeom prst="flowChartInternalStora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</a:t>
            </a:r>
            <a:r>
              <a:rPr lang="en-US" sz="1000" noProof="0" dirty="0" err="1"/>
              <a:t>efect_data</a:t>
            </a:r>
            <a:endParaRPr lang="en-US" sz="1000" noProof="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F7E78E5-FFDD-883F-7A77-925972CF95CA}"/>
              </a:ext>
            </a:extLst>
          </p:cNvPr>
          <p:cNvSpPr/>
          <p:nvPr/>
        </p:nvSpPr>
        <p:spPr>
          <a:xfrm>
            <a:off x="2400542" y="2084503"/>
            <a:ext cx="1074057" cy="41910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bg1"/>
                </a:solidFill>
              </a:rPr>
              <a:t>FCT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592A5C9-A346-1A23-ACA6-3E678D24BA7F}"/>
              </a:ext>
            </a:extLst>
          </p:cNvPr>
          <p:cNvSpPr/>
          <p:nvPr/>
        </p:nvSpPr>
        <p:spPr>
          <a:xfrm>
            <a:off x="3886242" y="2084503"/>
            <a:ext cx="1074057" cy="41910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noProof="0" dirty="0">
                <a:solidFill>
                  <a:schemeClr val="bg1"/>
                </a:solidFill>
              </a:rPr>
              <a:t>Packing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CDF2340-1BC3-4F03-3780-53D67BD5CAF5}"/>
              </a:ext>
            </a:extLst>
          </p:cNvPr>
          <p:cNvSpPr/>
          <p:nvPr/>
        </p:nvSpPr>
        <p:spPr>
          <a:xfrm>
            <a:off x="3888499" y="2822240"/>
            <a:ext cx="1074057" cy="4191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bg1"/>
                </a:solidFill>
              </a:rPr>
              <a:t>4. Inspección OQC</a:t>
            </a:r>
          </a:p>
        </p:txBody>
      </p:sp>
      <p:sp>
        <p:nvSpPr>
          <p:cNvPr id="14" name="Rombo 13">
            <a:extLst>
              <a:ext uri="{FF2B5EF4-FFF2-40B4-BE49-F238E27FC236}">
                <a16:creationId xmlns:a16="http://schemas.microsoft.com/office/drawing/2014/main" id="{537FDFD7-06DE-9726-68DD-56A01CB78A7C}"/>
              </a:ext>
            </a:extLst>
          </p:cNvPr>
          <p:cNvSpPr/>
          <p:nvPr/>
        </p:nvSpPr>
        <p:spPr>
          <a:xfrm>
            <a:off x="2147283" y="2818522"/>
            <a:ext cx="1574514" cy="419100"/>
          </a:xfrm>
          <a:prstGeom prst="diamond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bg1"/>
                </a:solidFill>
              </a:rPr>
              <a:t>3. Defecto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9B4E8C1-D970-7551-8F25-3CBF0BE5AE43}"/>
              </a:ext>
            </a:extLst>
          </p:cNvPr>
          <p:cNvSpPr/>
          <p:nvPr/>
        </p:nvSpPr>
        <p:spPr>
          <a:xfrm>
            <a:off x="5306061" y="5278253"/>
            <a:ext cx="1074057" cy="4191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noProof="0" dirty="0"/>
              <a:t>Defect MS</a:t>
            </a:r>
          </a:p>
        </p:txBody>
      </p:sp>
      <p:cxnSp>
        <p:nvCxnSpPr>
          <p:cNvPr id="27" name="Conector: angular 26">
            <a:extLst>
              <a:ext uri="{FF2B5EF4-FFF2-40B4-BE49-F238E27FC236}">
                <a16:creationId xmlns:a16="http://schemas.microsoft.com/office/drawing/2014/main" id="{A6CE6553-06D7-F813-4D78-35C8253FE3E2}"/>
              </a:ext>
            </a:extLst>
          </p:cNvPr>
          <p:cNvCxnSpPr>
            <a:cxnSpLocks/>
            <a:stCxn id="481" idx="2"/>
            <a:endCxn id="6" idx="0"/>
          </p:cNvCxnSpPr>
          <p:nvPr/>
        </p:nvCxnSpPr>
        <p:spPr>
          <a:xfrm rot="5400000">
            <a:off x="1970783" y="1117714"/>
            <a:ext cx="437559" cy="149601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angular 28">
            <a:extLst>
              <a:ext uri="{FF2B5EF4-FFF2-40B4-BE49-F238E27FC236}">
                <a16:creationId xmlns:a16="http://schemas.microsoft.com/office/drawing/2014/main" id="{6F2F0963-196D-D317-04E7-388132527B0C}"/>
              </a:ext>
            </a:extLst>
          </p:cNvPr>
          <p:cNvCxnSpPr>
            <a:cxnSpLocks/>
            <a:stCxn id="481" idx="2"/>
            <a:endCxn id="12" idx="0"/>
          </p:cNvCxnSpPr>
          <p:nvPr/>
        </p:nvCxnSpPr>
        <p:spPr>
          <a:xfrm rot="16200000" flipH="1">
            <a:off x="3461642" y="1122873"/>
            <a:ext cx="437559" cy="1485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ángulo 55">
            <a:extLst>
              <a:ext uri="{FF2B5EF4-FFF2-40B4-BE49-F238E27FC236}">
                <a16:creationId xmlns:a16="http://schemas.microsoft.com/office/drawing/2014/main" id="{86EE4BEC-C05D-B48A-70C0-DDA7B7117696}"/>
              </a:ext>
            </a:extLst>
          </p:cNvPr>
          <p:cNvSpPr/>
          <p:nvPr/>
        </p:nvSpPr>
        <p:spPr>
          <a:xfrm>
            <a:off x="3886241" y="3535433"/>
            <a:ext cx="1074057" cy="41910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bg1"/>
                </a:solidFill>
              </a:rPr>
              <a:t>Visual</a:t>
            </a:r>
          </a:p>
        </p:txBody>
      </p: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6999D5D6-4C5F-755B-E503-DF616FCDCD07}"/>
              </a:ext>
            </a:extLst>
          </p:cNvPr>
          <p:cNvCxnSpPr>
            <a:cxnSpLocks/>
            <a:stCxn id="13" idx="2"/>
            <a:endCxn id="56" idx="0"/>
          </p:cNvCxnSpPr>
          <p:nvPr/>
        </p:nvCxnSpPr>
        <p:spPr>
          <a:xfrm flipH="1">
            <a:off x="4423270" y="3241340"/>
            <a:ext cx="2258" cy="2940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ángulo 84">
            <a:extLst>
              <a:ext uri="{FF2B5EF4-FFF2-40B4-BE49-F238E27FC236}">
                <a16:creationId xmlns:a16="http://schemas.microsoft.com/office/drawing/2014/main" id="{12AA9A2C-C9E6-E022-EDA8-F11F2A94139F}"/>
              </a:ext>
            </a:extLst>
          </p:cNvPr>
          <p:cNvSpPr/>
          <p:nvPr/>
        </p:nvSpPr>
        <p:spPr>
          <a:xfrm>
            <a:off x="904525" y="5278253"/>
            <a:ext cx="1074057" cy="41910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noProof="0" dirty="0">
                <a:solidFill>
                  <a:schemeClr val="bg1"/>
                </a:solidFill>
              </a:rPr>
              <a:t>Área de reparación</a:t>
            </a:r>
          </a:p>
        </p:txBody>
      </p:sp>
      <p:sp>
        <p:nvSpPr>
          <p:cNvPr id="99" name="Diagrama de flujo: almacenamiento interno 98">
            <a:extLst>
              <a:ext uri="{FF2B5EF4-FFF2-40B4-BE49-F238E27FC236}">
                <a16:creationId xmlns:a16="http://schemas.microsoft.com/office/drawing/2014/main" id="{70548FB9-770B-8729-E8F5-2C5A6F9E38E6}"/>
              </a:ext>
            </a:extLst>
          </p:cNvPr>
          <p:cNvSpPr/>
          <p:nvPr/>
        </p:nvSpPr>
        <p:spPr>
          <a:xfrm>
            <a:off x="3107152" y="7590276"/>
            <a:ext cx="1074057" cy="700554"/>
          </a:xfrm>
          <a:prstGeom prst="flowChartInternalStora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noProof="0" dirty="0" err="1"/>
              <a:t>rapair_data</a:t>
            </a:r>
            <a:endParaRPr lang="en-US" sz="1000" noProof="0" dirty="0"/>
          </a:p>
        </p:txBody>
      </p:sp>
      <p:sp>
        <p:nvSpPr>
          <p:cNvPr id="100" name="Rectángulo 99">
            <a:extLst>
              <a:ext uri="{FF2B5EF4-FFF2-40B4-BE49-F238E27FC236}">
                <a16:creationId xmlns:a16="http://schemas.microsoft.com/office/drawing/2014/main" id="{DAF906AC-7281-E65E-0E47-C7F3D9BACEA4}"/>
              </a:ext>
            </a:extLst>
          </p:cNvPr>
          <p:cNvSpPr/>
          <p:nvPr/>
        </p:nvSpPr>
        <p:spPr>
          <a:xfrm>
            <a:off x="904524" y="6001610"/>
            <a:ext cx="1074057" cy="4191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noProof="0" dirty="0"/>
              <a:t>Defect MS</a:t>
            </a:r>
          </a:p>
        </p:txBody>
      </p:sp>
      <p:cxnSp>
        <p:nvCxnSpPr>
          <p:cNvPr id="102" name="Conector recto de flecha 101">
            <a:extLst>
              <a:ext uri="{FF2B5EF4-FFF2-40B4-BE49-F238E27FC236}">
                <a16:creationId xmlns:a16="http://schemas.microsoft.com/office/drawing/2014/main" id="{4776F27C-B0D7-21DB-2FF1-0F8313E41865}"/>
              </a:ext>
            </a:extLst>
          </p:cNvPr>
          <p:cNvCxnSpPr>
            <a:cxnSpLocks/>
            <a:stCxn id="449" idx="2"/>
            <a:endCxn id="99" idx="0"/>
          </p:cNvCxnSpPr>
          <p:nvPr/>
        </p:nvCxnSpPr>
        <p:spPr>
          <a:xfrm>
            <a:off x="3641659" y="7369926"/>
            <a:ext cx="2522" cy="220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cto de flecha 103">
            <a:extLst>
              <a:ext uri="{FF2B5EF4-FFF2-40B4-BE49-F238E27FC236}">
                <a16:creationId xmlns:a16="http://schemas.microsoft.com/office/drawing/2014/main" id="{6AAA7004-529D-4D26-4C74-EDA21256444F}"/>
              </a:ext>
            </a:extLst>
          </p:cNvPr>
          <p:cNvCxnSpPr>
            <a:cxnSpLocks/>
            <a:stCxn id="85" idx="2"/>
            <a:endCxn id="100" idx="0"/>
          </p:cNvCxnSpPr>
          <p:nvPr/>
        </p:nvCxnSpPr>
        <p:spPr>
          <a:xfrm flipH="1">
            <a:off x="1441553" y="5697353"/>
            <a:ext cx="1" cy="3042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3" name="Gráfico 112" descr="Base de datos con relleno sólido">
            <a:extLst>
              <a:ext uri="{FF2B5EF4-FFF2-40B4-BE49-F238E27FC236}">
                <a16:creationId xmlns:a16="http://schemas.microsoft.com/office/drawing/2014/main" id="{7022E596-370F-2ABD-AFAA-E9F12CC9C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769" t="10229" r="20376" b="9824"/>
          <a:stretch>
            <a:fillRect/>
          </a:stretch>
        </p:blipFill>
        <p:spPr>
          <a:xfrm>
            <a:off x="5574007" y="6638882"/>
            <a:ext cx="538162" cy="731044"/>
          </a:xfrm>
          <a:prstGeom prst="rect">
            <a:avLst/>
          </a:prstGeom>
        </p:spPr>
      </p:pic>
      <p:sp>
        <p:nvSpPr>
          <p:cNvPr id="114" name="Diagrama de flujo: pantalla 113">
            <a:extLst>
              <a:ext uri="{FF2B5EF4-FFF2-40B4-BE49-F238E27FC236}">
                <a16:creationId xmlns:a16="http://schemas.microsoft.com/office/drawing/2014/main" id="{C6F7A84F-0294-18B8-5C16-296F0EB02F2F}"/>
              </a:ext>
            </a:extLst>
          </p:cNvPr>
          <p:cNvSpPr/>
          <p:nvPr/>
        </p:nvSpPr>
        <p:spPr>
          <a:xfrm>
            <a:off x="908821" y="7382271"/>
            <a:ext cx="1069760" cy="668945"/>
          </a:xfrm>
          <a:prstGeom prst="flowChartDispla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/>
              <a:t>Consulta de registro Calidad</a:t>
            </a:r>
          </a:p>
        </p:txBody>
      </p:sp>
      <p:cxnSp>
        <p:nvCxnSpPr>
          <p:cNvPr id="118" name="Conector recto de flecha 117">
            <a:extLst>
              <a:ext uri="{FF2B5EF4-FFF2-40B4-BE49-F238E27FC236}">
                <a16:creationId xmlns:a16="http://schemas.microsoft.com/office/drawing/2014/main" id="{109745A3-69EC-096C-837F-6F6ECE4579D7}"/>
              </a:ext>
            </a:extLst>
          </p:cNvPr>
          <p:cNvCxnSpPr>
            <a:cxnSpLocks/>
            <a:stCxn id="113" idx="2"/>
            <a:endCxn id="10" idx="0"/>
          </p:cNvCxnSpPr>
          <p:nvPr/>
        </p:nvCxnSpPr>
        <p:spPr>
          <a:xfrm>
            <a:off x="5843088" y="7369926"/>
            <a:ext cx="1" cy="224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ectángulo 134">
            <a:extLst>
              <a:ext uri="{FF2B5EF4-FFF2-40B4-BE49-F238E27FC236}">
                <a16:creationId xmlns:a16="http://schemas.microsoft.com/office/drawing/2014/main" id="{53C048BD-B0BA-A336-209A-F61A4FC0FFAF}"/>
              </a:ext>
            </a:extLst>
          </p:cNvPr>
          <p:cNvSpPr/>
          <p:nvPr/>
        </p:nvSpPr>
        <p:spPr>
          <a:xfrm>
            <a:off x="5306060" y="5995439"/>
            <a:ext cx="1074057" cy="4191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noProof="0"/>
              <a:t>Registro</a:t>
            </a:r>
          </a:p>
        </p:txBody>
      </p:sp>
      <p:cxnSp>
        <p:nvCxnSpPr>
          <p:cNvPr id="161" name="Conector recto de flecha 160">
            <a:extLst>
              <a:ext uri="{FF2B5EF4-FFF2-40B4-BE49-F238E27FC236}">
                <a16:creationId xmlns:a16="http://schemas.microsoft.com/office/drawing/2014/main" id="{290559C2-3B17-CA85-9896-916B1C9DA10A}"/>
              </a:ext>
            </a:extLst>
          </p:cNvPr>
          <p:cNvCxnSpPr>
            <a:cxnSpLocks/>
            <a:stCxn id="135" idx="2"/>
            <a:endCxn id="113" idx="0"/>
          </p:cNvCxnSpPr>
          <p:nvPr/>
        </p:nvCxnSpPr>
        <p:spPr>
          <a:xfrm flipH="1">
            <a:off x="5843088" y="6414539"/>
            <a:ext cx="1" cy="224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ector recto de flecha 165">
            <a:extLst>
              <a:ext uri="{FF2B5EF4-FFF2-40B4-BE49-F238E27FC236}">
                <a16:creationId xmlns:a16="http://schemas.microsoft.com/office/drawing/2014/main" id="{2BBD858F-73EF-80D0-E517-EC6F9775C929}"/>
              </a:ext>
            </a:extLst>
          </p:cNvPr>
          <p:cNvCxnSpPr>
            <a:cxnSpLocks/>
            <a:stCxn id="15" idx="2"/>
            <a:endCxn id="135" idx="0"/>
          </p:cNvCxnSpPr>
          <p:nvPr/>
        </p:nvCxnSpPr>
        <p:spPr>
          <a:xfrm flipH="1">
            <a:off x="5843089" y="5697353"/>
            <a:ext cx="1" cy="2980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Rectángulo 170">
            <a:extLst>
              <a:ext uri="{FF2B5EF4-FFF2-40B4-BE49-F238E27FC236}">
                <a16:creationId xmlns:a16="http://schemas.microsoft.com/office/drawing/2014/main" id="{420267AB-F1E1-C776-8B72-A7410FA2BDF3}"/>
              </a:ext>
            </a:extLst>
          </p:cNvPr>
          <p:cNvSpPr/>
          <p:nvPr/>
        </p:nvSpPr>
        <p:spPr>
          <a:xfrm>
            <a:off x="904524" y="8310405"/>
            <a:ext cx="1074057" cy="4191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noProof="0" dirty="0"/>
              <a:t>Reparación</a:t>
            </a:r>
          </a:p>
        </p:txBody>
      </p:sp>
      <p:sp>
        <p:nvSpPr>
          <p:cNvPr id="174" name="Elipse 173">
            <a:extLst>
              <a:ext uri="{FF2B5EF4-FFF2-40B4-BE49-F238E27FC236}">
                <a16:creationId xmlns:a16="http://schemas.microsoft.com/office/drawing/2014/main" id="{4AB1E8CB-9049-1812-0A30-48609811AC98}"/>
              </a:ext>
            </a:extLst>
          </p:cNvPr>
          <p:cNvSpPr/>
          <p:nvPr/>
        </p:nvSpPr>
        <p:spPr>
          <a:xfrm>
            <a:off x="1950276" y="288924"/>
            <a:ext cx="1981200" cy="582393"/>
          </a:xfrm>
          <a:prstGeom prst="ellipse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 algn="ctr">
              <a:buAutoNum type="arabicPeriod"/>
            </a:pPr>
            <a:r>
              <a:rPr lang="es-MX" sz="1200" b="1" dirty="0">
                <a:solidFill>
                  <a:schemeClr val="bg1"/>
                </a:solidFill>
              </a:rPr>
              <a:t>Producción</a:t>
            </a:r>
          </a:p>
          <a:p>
            <a:pPr algn="ctr"/>
            <a:r>
              <a:rPr lang="es-MX" sz="700" b="1" dirty="0">
                <a:solidFill>
                  <a:schemeClr val="bg1"/>
                </a:solidFill>
              </a:rPr>
              <a:t>(Inicio)</a:t>
            </a:r>
            <a:endParaRPr lang="es-MX" sz="1200" b="1" dirty="0">
              <a:solidFill>
                <a:schemeClr val="bg1"/>
              </a:solidFill>
            </a:endParaRPr>
          </a:p>
        </p:txBody>
      </p:sp>
      <p:cxnSp>
        <p:nvCxnSpPr>
          <p:cNvPr id="176" name="Conector recto de flecha 175">
            <a:extLst>
              <a:ext uri="{FF2B5EF4-FFF2-40B4-BE49-F238E27FC236}">
                <a16:creationId xmlns:a16="http://schemas.microsoft.com/office/drawing/2014/main" id="{FAB3A07C-5EC6-0B66-BDFE-D8F86BBD2C20}"/>
              </a:ext>
            </a:extLst>
          </p:cNvPr>
          <p:cNvCxnSpPr>
            <a:cxnSpLocks/>
            <a:stCxn id="174" idx="4"/>
            <a:endCxn id="481" idx="0"/>
          </p:cNvCxnSpPr>
          <p:nvPr/>
        </p:nvCxnSpPr>
        <p:spPr>
          <a:xfrm flipH="1">
            <a:off x="2937571" y="871317"/>
            <a:ext cx="3305" cy="3565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CuadroTexto 176">
            <a:extLst>
              <a:ext uri="{FF2B5EF4-FFF2-40B4-BE49-F238E27FC236}">
                <a16:creationId xmlns:a16="http://schemas.microsoft.com/office/drawing/2014/main" id="{12840895-75AB-4070-39A0-16B0E21F3AAF}"/>
              </a:ext>
            </a:extLst>
          </p:cNvPr>
          <p:cNvSpPr txBox="1"/>
          <p:nvPr/>
        </p:nvSpPr>
        <p:spPr>
          <a:xfrm>
            <a:off x="2659684" y="3235428"/>
            <a:ext cx="2872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/>
              <a:t>Si</a:t>
            </a:r>
          </a:p>
        </p:txBody>
      </p:sp>
      <p:sp>
        <p:nvSpPr>
          <p:cNvPr id="178" name="CuadroTexto 177">
            <a:extLst>
              <a:ext uri="{FF2B5EF4-FFF2-40B4-BE49-F238E27FC236}">
                <a16:creationId xmlns:a16="http://schemas.microsoft.com/office/drawing/2014/main" id="{D9F2F846-CFDF-28F7-C225-90A8D12C0D0A}"/>
              </a:ext>
            </a:extLst>
          </p:cNvPr>
          <p:cNvSpPr txBox="1"/>
          <p:nvPr/>
        </p:nvSpPr>
        <p:spPr>
          <a:xfrm>
            <a:off x="3474599" y="2777859"/>
            <a:ext cx="3449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/>
              <a:t>No</a:t>
            </a:r>
          </a:p>
        </p:txBody>
      </p:sp>
      <p:sp>
        <p:nvSpPr>
          <p:cNvPr id="179" name="Elipse 178">
            <a:extLst>
              <a:ext uri="{FF2B5EF4-FFF2-40B4-BE49-F238E27FC236}">
                <a16:creationId xmlns:a16="http://schemas.microsoft.com/office/drawing/2014/main" id="{BEFEED4D-AB61-3936-F363-D16337DF810A}"/>
              </a:ext>
            </a:extLst>
          </p:cNvPr>
          <p:cNvSpPr/>
          <p:nvPr/>
        </p:nvSpPr>
        <p:spPr>
          <a:xfrm>
            <a:off x="5479619" y="4217404"/>
            <a:ext cx="1131024" cy="582393"/>
          </a:xfrm>
          <a:prstGeom prst="ellipse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bg1"/>
                </a:solidFill>
              </a:rPr>
              <a:t>Liberación a Almacén</a:t>
            </a:r>
          </a:p>
          <a:p>
            <a:pPr algn="ctr"/>
            <a:r>
              <a:rPr lang="es-MX" sz="800" b="1" dirty="0">
                <a:solidFill>
                  <a:schemeClr val="bg1"/>
                </a:solidFill>
              </a:rPr>
              <a:t>(Fin)</a:t>
            </a:r>
            <a:endParaRPr lang="es-MX" sz="1000" dirty="0">
              <a:solidFill>
                <a:schemeClr val="bg1"/>
              </a:solidFill>
            </a:endParaRPr>
          </a:p>
        </p:txBody>
      </p:sp>
      <p:cxnSp>
        <p:nvCxnSpPr>
          <p:cNvPr id="205" name="Conector recto de flecha 204">
            <a:extLst>
              <a:ext uri="{FF2B5EF4-FFF2-40B4-BE49-F238E27FC236}">
                <a16:creationId xmlns:a16="http://schemas.microsoft.com/office/drawing/2014/main" id="{CFB3AF91-9649-ACAC-ED48-46A1D7DEAA13}"/>
              </a:ext>
            </a:extLst>
          </p:cNvPr>
          <p:cNvCxnSpPr>
            <a:cxnSpLocks/>
            <a:stCxn id="114" idx="2"/>
            <a:endCxn id="171" idx="0"/>
          </p:cNvCxnSpPr>
          <p:nvPr/>
        </p:nvCxnSpPr>
        <p:spPr>
          <a:xfrm flipH="1">
            <a:off x="1441553" y="8051216"/>
            <a:ext cx="2148" cy="259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Rectángulo 215">
            <a:extLst>
              <a:ext uri="{FF2B5EF4-FFF2-40B4-BE49-F238E27FC236}">
                <a16:creationId xmlns:a16="http://schemas.microsoft.com/office/drawing/2014/main" id="{E6D2DEEC-9110-D028-683D-F41DE2ECF09C}"/>
              </a:ext>
            </a:extLst>
          </p:cNvPr>
          <p:cNvSpPr/>
          <p:nvPr/>
        </p:nvSpPr>
        <p:spPr>
          <a:xfrm>
            <a:off x="4260381" y="9079195"/>
            <a:ext cx="1074057" cy="4191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</a:t>
            </a:r>
            <a:r>
              <a:rPr lang="en-US" sz="1000" noProof="0" dirty="0"/>
              <a:t>tatus Update</a:t>
            </a:r>
          </a:p>
        </p:txBody>
      </p:sp>
      <p:sp>
        <p:nvSpPr>
          <p:cNvPr id="217" name="Rectángulo 216">
            <a:extLst>
              <a:ext uri="{FF2B5EF4-FFF2-40B4-BE49-F238E27FC236}">
                <a16:creationId xmlns:a16="http://schemas.microsoft.com/office/drawing/2014/main" id="{298D9DF3-ABA0-1A8C-1555-22B068C71A40}"/>
              </a:ext>
            </a:extLst>
          </p:cNvPr>
          <p:cNvSpPr/>
          <p:nvPr/>
        </p:nvSpPr>
        <p:spPr>
          <a:xfrm>
            <a:off x="914843" y="9079195"/>
            <a:ext cx="1074057" cy="4191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noProof="0" dirty="0"/>
              <a:t>Defect MS</a:t>
            </a:r>
          </a:p>
        </p:txBody>
      </p:sp>
      <p:cxnSp>
        <p:nvCxnSpPr>
          <p:cNvPr id="240" name="Conector: angular 239">
            <a:extLst>
              <a:ext uri="{FF2B5EF4-FFF2-40B4-BE49-F238E27FC236}">
                <a16:creationId xmlns:a16="http://schemas.microsoft.com/office/drawing/2014/main" id="{79038CDD-4B2D-8C45-A1E2-C466575DA570}"/>
              </a:ext>
            </a:extLst>
          </p:cNvPr>
          <p:cNvCxnSpPr>
            <a:cxnSpLocks/>
            <a:stCxn id="684" idx="1"/>
            <a:endCxn id="481" idx="1"/>
          </p:cNvCxnSpPr>
          <p:nvPr/>
        </p:nvCxnSpPr>
        <p:spPr>
          <a:xfrm rot="10800000" flipH="1">
            <a:off x="812870" y="1437394"/>
            <a:ext cx="1587671" cy="8986626"/>
          </a:xfrm>
          <a:prstGeom prst="bentConnector3">
            <a:avLst>
              <a:gd name="adj1" fmla="val -3085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ector: angular 248">
            <a:extLst>
              <a:ext uri="{FF2B5EF4-FFF2-40B4-BE49-F238E27FC236}">
                <a16:creationId xmlns:a16="http://schemas.microsoft.com/office/drawing/2014/main" id="{FA935C37-4163-0A79-1BC9-A9EBD27541FA}"/>
              </a:ext>
            </a:extLst>
          </p:cNvPr>
          <p:cNvCxnSpPr>
            <a:cxnSpLocks/>
            <a:stCxn id="135" idx="1"/>
            <a:endCxn id="85" idx="3"/>
          </p:cNvCxnSpPr>
          <p:nvPr/>
        </p:nvCxnSpPr>
        <p:spPr>
          <a:xfrm rot="10800000">
            <a:off x="1978582" y="5487803"/>
            <a:ext cx="3327478" cy="717186"/>
          </a:xfrm>
          <a:prstGeom prst="bentConnector3">
            <a:avLst>
              <a:gd name="adj1" fmla="val 2500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4" name="Triángulo isósceles 283">
            <a:extLst>
              <a:ext uri="{FF2B5EF4-FFF2-40B4-BE49-F238E27FC236}">
                <a16:creationId xmlns:a16="http://schemas.microsoft.com/office/drawing/2014/main" id="{3CBF04C4-B566-DCF3-39F8-2482A9A02780}"/>
              </a:ext>
            </a:extLst>
          </p:cNvPr>
          <p:cNvSpPr/>
          <p:nvPr/>
        </p:nvSpPr>
        <p:spPr>
          <a:xfrm rot="5400000">
            <a:off x="1327446" y="6757372"/>
            <a:ext cx="537029" cy="300050"/>
          </a:xfrm>
          <a:prstGeom prst="triangle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bg1"/>
              </a:solidFill>
            </a:endParaRPr>
          </a:p>
        </p:txBody>
      </p:sp>
      <p:cxnSp>
        <p:nvCxnSpPr>
          <p:cNvPr id="286" name="Conector recto de flecha 285">
            <a:extLst>
              <a:ext uri="{FF2B5EF4-FFF2-40B4-BE49-F238E27FC236}">
                <a16:creationId xmlns:a16="http://schemas.microsoft.com/office/drawing/2014/main" id="{132D7185-6270-E318-5682-BD442FD57F7D}"/>
              </a:ext>
            </a:extLst>
          </p:cNvPr>
          <p:cNvCxnSpPr>
            <a:cxnSpLocks/>
            <a:stCxn id="100" idx="2"/>
            <a:endCxn id="284" idx="2"/>
          </p:cNvCxnSpPr>
          <p:nvPr/>
        </p:nvCxnSpPr>
        <p:spPr>
          <a:xfrm>
            <a:off x="1441553" y="6420710"/>
            <a:ext cx="4383" cy="2181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Rectángulo 356">
            <a:extLst>
              <a:ext uri="{FF2B5EF4-FFF2-40B4-BE49-F238E27FC236}">
                <a16:creationId xmlns:a16="http://schemas.microsoft.com/office/drawing/2014/main" id="{F54E1649-860F-2A0E-6190-3E2C4118C7C2}"/>
              </a:ext>
            </a:extLst>
          </p:cNvPr>
          <p:cNvSpPr/>
          <p:nvPr/>
        </p:nvSpPr>
        <p:spPr>
          <a:xfrm>
            <a:off x="3105292" y="5999432"/>
            <a:ext cx="1074057" cy="4191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noProof="0" dirty="0"/>
              <a:t>Registro</a:t>
            </a:r>
          </a:p>
        </p:txBody>
      </p:sp>
      <p:cxnSp>
        <p:nvCxnSpPr>
          <p:cNvPr id="359" name="Conector recto de flecha 358">
            <a:extLst>
              <a:ext uri="{FF2B5EF4-FFF2-40B4-BE49-F238E27FC236}">
                <a16:creationId xmlns:a16="http://schemas.microsoft.com/office/drawing/2014/main" id="{F3099D90-1D32-8534-6B80-2640C933A7C9}"/>
              </a:ext>
            </a:extLst>
          </p:cNvPr>
          <p:cNvCxnSpPr>
            <a:cxnSpLocks/>
            <a:stCxn id="357" idx="2"/>
            <a:endCxn id="449" idx="0"/>
          </p:cNvCxnSpPr>
          <p:nvPr/>
        </p:nvCxnSpPr>
        <p:spPr>
          <a:xfrm flipH="1">
            <a:off x="3641659" y="6418532"/>
            <a:ext cx="662" cy="220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ector recto de flecha 378">
            <a:extLst>
              <a:ext uri="{FF2B5EF4-FFF2-40B4-BE49-F238E27FC236}">
                <a16:creationId xmlns:a16="http://schemas.microsoft.com/office/drawing/2014/main" id="{3698802A-CB10-757E-EE55-8E1F47F71F6F}"/>
              </a:ext>
            </a:extLst>
          </p:cNvPr>
          <p:cNvCxnSpPr>
            <a:cxnSpLocks/>
            <a:stCxn id="284" idx="3"/>
            <a:endCxn id="114" idx="0"/>
          </p:cNvCxnSpPr>
          <p:nvPr/>
        </p:nvCxnSpPr>
        <p:spPr>
          <a:xfrm flipH="1">
            <a:off x="1443701" y="6907398"/>
            <a:ext cx="2235" cy="4748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ector: angular 392">
            <a:extLst>
              <a:ext uri="{FF2B5EF4-FFF2-40B4-BE49-F238E27FC236}">
                <a16:creationId xmlns:a16="http://schemas.microsoft.com/office/drawing/2014/main" id="{48DCFC98-A45E-E8C8-21BA-F2156E368138}"/>
              </a:ext>
            </a:extLst>
          </p:cNvPr>
          <p:cNvCxnSpPr>
            <a:cxnSpLocks/>
            <a:stCxn id="284" idx="3"/>
            <a:endCxn id="357" idx="1"/>
          </p:cNvCxnSpPr>
          <p:nvPr/>
        </p:nvCxnSpPr>
        <p:spPr>
          <a:xfrm rot="10800000" flipH="1">
            <a:off x="1445936" y="6208982"/>
            <a:ext cx="1659356" cy="698416"/>
          </a:xfrm>
          <a:prstGeom prst="bentConnector3">
            <a:avLst>
              <a:gd name="adj1" fmla="val 6690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ector: angular 447">
            <a:extLst>
              <a:ext uri="{FF2B5EF4-FFF2-40B4-BE49-F238E27FC236}">
                <a16:creationId xmlns:a16="http://schemas.microsoft.com/office/drawing/2014/main" id="{36417209-A05C-DE40-EA8A-8BF927BDCE7F}"/>
              </a:ext>
            </a:extLst>
          </p:cNvPr>
          <p:cNvCxnSpPr>
            <a:cxnSpLocks/>
            <a:stCxn id="216" idx="0"/>
            <a:endCxn id="113" idx="1"/>
          </p:cNvCxnSpPr>
          <p:nvPr/>
        </p:nvCxnSpPr>
        <p:spPr>
          <a:xfrm rot="5400000" flipH="1" flipV="1">
            <a:off x="4148313" y="7653502"/>
            <a:ext cx="2074791" cy="77659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9" name="Gráfico 448" descr="Base de datos con relleno sólido">
            <a:extLst>
              <a:ext uri="{FF2B5EF4-FFF2-40B4-BE49-F238E27FC236}">
                <a16:creationId xmlns:a16="http://schemas.microsoft.com/office/drawing/2014/main" id="{F07DFA8B-77FD-83CE-145F-F43D8F70A9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769" t="10229" r="20376" b="9824"/>
          <a:stretch>
            <a:fillRect/>
          </a:stretch>
        </p:blipFill>
        <p:spPr>
          <a:xfrm>
            <a:off x="3372578" y="6638882"/>
            <a:ext cx="538162" cy="731044"/>
          </a:xfrm>
          <a:prstGeom prst="rect">
            <a:avLst/>
          </a:prstGeom>
        </p:spPr>
      </p:pic>
      <p:cxnSp>
        <p:nvCxnSpPr>
          <p:cNvPr id="459" name="Conector: angular 458">
            <a:extLst>
              <a:ext uri="{FF2B5EF4-FFF2-40B4-BE49-F238E27FC236}">
                <a16:creationId xmlns:a16="http://schemas.microsoft.com/office/drawing/2014/main" id="{C59DD090-3A99-F0BE-3E7A-568E05375E3C}"/>
              </a:ext>
            </a:extLst>
          </p:cNvPr>
          <p:cNvCxnSpPr>
            <a:cxnSpLocks/>
            <a:stCxn id="216" idx="0"/>
            <a:endCxn id="449" idx="3"/>
          </p:cNvCxnSpPr>
          <p:nvPr/>
        </p:nvCxnSpPr>
        <p:spPr>
          <a:xfrm rot="16200000" flipV="1">
            <a:off x="3316680" y="7598465"/>
            <a:ext cx="2074791" cy="88667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1" name="Rectángulo 480">
            <a:extLst>
              <a:ext uri="{FF2B5EF4-FFF2-40B4-BE49-F238E27FC236}">
                <a16:creationId xmlns:a16="http://schemas.microsoft.com/office/drawing/2014/main" id="{002CEF97-BD00-4D59-48FB-AC5204889181}"/>
              </a:ext>
            </a:extLst>
          </p:cNvPr>
          <p:cNvSpPr/>
          <p:nvPr/>
        </p:nvSpPr>
        <p:spPr>
          <a:xfrm>
            <a:off x="2400542" y="1227844"/>
            <a:ext cx="1074057" cy="4191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bg1"/>
                </a:solidFill>
              </a:rPr>
              <a:t>2. Inspección LQC</a:t>
            </a:r>
          </a:p>
        </p:txBody>
      </p:sp>
      <p:cxnSp>
        <p:nvCxnSpPr>
          <p:cNvPr id="527" name="Conector recto de flecha 526">
            <a:extLst>
              <a:ext uri="{FF2B5EF4-FFF2-40B4-BE49-F238E27FC236}">
                <a16:creationId xmlns:a16="http://schemas.microsoft.com/office/drawing/2014/main" id="{83FE5A87-4DB0-12B1-25B1-0A2A182457BD}"/>
              </a:ext>
            </a:extLst>
          </p:cNvPr>
          <p:cNvCxnSpPr>
            <a:cxnSpLocks/>
            <a:stCxn id="481" idx="2"/>
            <a:endCxn id="11" idx="0"/>
          </p:cNvCxnSpPr>
          <p:nvPr/>
        </p:nvCxnSpPr>
        <p:spPr>
          <a:xfrm>
            <a:off x="2937571" y="1646944"/>
            <a:ext cx="0" cy="4375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" name="Conector: angular 529">
            <a:extLst>
              <a:ext uri="{FF2B5EF4-FFF2-40B4-BE49-F238E27FC236}">
                <a16:creationId xmlns:a16="http://schemas.microsoft.com/office/drawing/2014/main" id="{582CADF5-A03F-F83E-508C-83B5888CEC72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 rot="16200000" flipH="1">
            <a:off x="2030587" y="1914568"/>
            <a:ext cx="314919" cy="149298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ector: angular 532">
            <a:extLst>
              <a:ext uri="{FF2B5EF4-FFF2-40B4-BE49-F238E27FC236}">
                <a16:creationId xmlns:a16="http://schemas.microsoft.com/office/drawing/2014/main" id="{CC9B2D58-2776-641D-4D9E-BBD9DBB46ADD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rot="5400000">
            <a:off x="3521447" y="1916697"/>
            <a:ext cx="314919" cy="148873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Conector recto de flecha 534">
            <a:extLst>
              <a:ext uri="{FF2B5EF4-FFF2-40B4-BE49-F238E27FC236}">
                <a16:creationId xmlns:a16="http://schemas.microsoft.com/office/drawing/2014/main" id="{2452BF42-DC0A-4661-AE20-FB4459A1BE21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2934540" y="2503603"/>
            <a:ext cx="3031" cy="3149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2" name="Rombo 541">
            <a:extLst>
              <a:ext uri="{FF2B5EF4-FFF2-40B4-BE49-F238E27FC236}">
                <a16:creationId xmlns:a16="http://schemas.microsoft.com/office/drawing/2014/main" id="{86852943-8B0B-DFB0-229E-A12F68859C39}"/>
              </a:ext>
            </a:extLst>
          </p:cNvPr>
          <p:cNvSpPr/>
          <p:nvPr/>
        </p:nvSpPr>
        <p:spPr>
          <a:xfrm>
            <a:off x="3641659" y="4301530"/>
            <a:ext cx="1574513" cy="419100"/>
          </a:xfrm>
          <a:prstGeom prst="diamond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bg1"/>
                </a:solidFill>
              </a:rPr>
              <a:t>5. Defecto</a:t>
            </a:r>
          </a:p>
        </p:txBody>
      </p:sp>
      <p:cxnSp>
        <p:nvCxnSpPr>
          <p:cNvPr id="544" name="Conector recto de flecha 543">
            <a:extLst>
              <a:ext uri="{FF2B5EF4-FFF2-40B4-BE49-F238E27FC236}">
                <a16:creationId xmlns:a16="http://schemas.microsoft.com/office/drawing/2014/main" id="{108894D8-7289-3B49-9075-1614FC7661BB}"/>
              </a:ext>
            </a:extLst>
          </p:cNvPr>
          <p:cNvCxnSpPr>
            <a:cxnSpLocks/>
            <a:stCxn id="56" idx="2"/>
            <a:endCxn id="542" idx="0"/>
          </p:cNvCxnSpPr>
          <p:nvPr/>
        </p:nvCxnSpPr>
        <p:spPr>
          <a:xfrm>
            <a:off x="4423270" y="3954533"/>
            <a:ext cx="5646" cy="3469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7" name="CuadroTexto 546">
            <a:extLst>
              <a:ext uri="{FF2B5EF4-FFF2-40B4-BE49-F238E27FC236}">
                <a16:creationId xmlns:a16="http://schemas.microsoft.com/office/drawing/2014/main" id="{1A286AC7-0E50-2687-2D22-9CB85836CC83}"/>
              </a:ext>
            </a:extLst>
          </p:cNvPr>
          <p:cNvSpPr txBox="1"/>
          <p:nvPr/>
        </p:nvSpPr>
        <p:spPr>
          <a:xfrm>
            <a:off x="5010255" y="4259901"/>
            <a:ext cx="3449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/>
              <a:t>No</a:t>
            </a:r>
          </a:p>
        </p:txBody>
      </p:sp>
      <p:sp>
        <p:nvSpPr>
          <p:cNvPr id="552" name="CuadroTexto 551">
            <a:extLst>
              <a:ext uri="{FF2B5EF4-FFF2-40B4-BE49-F238E27FC236}">
                <a16:creationId xmlns:a16="http://schemas.microsoft.com/office/drawing/2014/main" id="{2BC404FA-36C5-B76C-D3A0-011F647B23DE}"/>
              </a:ext>
            </a:extLst>
          </p:cNvPr>
          <p:cNvSpPr txBox="1"/>
          <p:nvPr/>
        </p:nvSpPr>
        <p:spPr>
          <a:xfrm>
            <a:off x="3481880" y="4525335"/>
            <a:ext cx="2872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/>
              <a:t>Si</a:t>
            </a:r>
          </a:p>
        </p:txBody>
      </p:sp>
      <p:cxnSp>
        <p:nvCxnSpPr>
          <p:cNvPr id="556" name="Conector: angular 555">
            <a:extLst>
              <a:ext uri="{FF2B5EF4-FFF2-40B4-BE49-F238E27FC236}">
                <a16:creationId xmlns:a16="http://schemas.microsoft.com/office/drawing/2014/main" id="{FA7BA422-EDB0-D366-9F69-208C76F83408}"/>
              </a:ext>
            </a:extLst>
          </p:cNvPr>
          <p:cNvCxnSpPr>
            <a:cxnSpLocks/>
            <a:stCxn id="542" idx="1"/>
            <a:endCxn id="15" idx="0"/>
          </p:cNvCxnSpPr>
          <p:nvPr/>
        </p:nvCxnSpPr>
        <p:spPr>
          <a:xfrm rot="10800000" flipH="1" flipV="1">
            <a:off x="3641658" y="4511079"/>
            <a:ext cx="2201431" cy="767173"/>
          </a:xfrm>
          <a:prstGeom prst="bentConnector4">
            <a:avLst>
              <a:gd name="adj1" fmla="val -32075"/>
              <a:gd name="adj2" fmla="val 6365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ector recto de flecha 575">
            <a:extLst>
              <a:ext uri="{FF2B5EF4-FFF2-40B4-BE49-F238E27FC236}">
                <a16:creationId xmlns:a16="http://schemas.microsoft.com/office/drawing/2014/main" id="{BB4C78DD-65BC-F321-5D3B-4A4521F29A87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>
            <a:off x="3721797" y="3028072"/>
            <a:ext cx="166702" cy="37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ector recto de flecha 597">
            <a:extLst>
              <a:ext uri="{FF2B5EF4-FFF2-40B4-BE49-F238E27FC236}">
                <a16:creationId xmlns:a16="http://schemas.microsoft.com/office/drawing/2014/main" id="{21A559F6-B39E-9684-B440-44551406748B}"/>
              </a:ext>
            </a:extLst>
          </p:cNvPr>
          <p:cNvCxnSpPr>
            <a:cxnSpLocks/>
            <a:stCxn id="542" idx="3"/>
            <a:endCxn id="179" idx="2"/>
          </p:cNvCxnSpPr>
          <p:nvPr/>
        </p:nvCxnSpPr>
        <p:spPr>
          <a:xfrm flipV="1">
            <a:off x="5216172" y="4508601"/>
            <a:ext cx="263447" cy="2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7" name="CuadroTexto 616">
            <a:extLst>
              <a:ext uri="{FF2B5EF4-FFF2-40B4-BE49-F238E27FC236}">
                <a16:creationId xmlns:a16="http://schemas.microsoft.com/office/drawing/2014/main" id="{483BEE57-26F3-CB0F-C4AF-EC2AAE7AB5CB}"/>
              </a:ext>
            </a:extLst>
          </p:cNvPr>
          <p:cNvSpPr txBox="1"/>
          <p:nvPr/>
        </p:nvSpPr>
        <p:spPr>
          <a:xfrm>
            <a:off x="909159" y="3459422"/>
            <a:ext cx="1069421" cy="1384995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600" dirty="0">
                <a:solidFill>
                  <a:schemeClr val="accent2">
                    <a:lumMod val="75000"/>
                  </a:schemeClr>
                </a:solidFill>
              </a:rPr>
              <a:t>Si se detecta algún defecto en LQC u OQC en ambos casos los productos defectuosos serán enviados al área de reparación y serán registrados en el </a:t>
            </a:r>
            <a:r>
              <a:rPr lang="es-MX" sz="600" dirty="0" err="1">
                <a:solidFill>
                  <a:schemeClr val="accent2">
                    <a:lumMod val="75000"/>
                  </a:schemeClr>
                </a:solidFill>
              </a:rPr>
              <a:t>Defect</a:t>
            </a:r>
            <a:r>
              <a:rPr lang="es-MX" sz="600" dirty="0">
                <a:solidFill>
                  <a:schemeClr val="accent2">
                    <a:lumMod val="75000"/>
                  </a:schemeClr>
                </a:solidFill>
              </a:rPr>
              <a:t> MS, posterior a eso el área de reparación confirmara el registro en el sistema y después de repararlo actualizara el status de producto en la base de datos.</a:t>
            </a:r>
          </a:p>
        </p:txBody>
      </p:sp>
      <p:cxnSp>
        <p:nvCxnSpPr>
          <p:cNvPr id="634" name="Conector: angular 633">
            <a:extLst>
              <a:ext uri="{FF2B5EF4-FFF2-40B4-BE49-F238E27FC236}">
                <a16:creationId xmlns:a16="http://schemas.microsoft.com/office/drawing/2014/main" id="{886E8CAE-3A2E-66FE-B21E-3297840E1135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rot="16200000" flipH="1">
            <a:off x="3368500" y="2803662"/>
            <a:ext cx="2040631" cy="2908550"/>
          </a:xfrm>
          <a:prstGeom prst="bentConnector3">
            <a:avLst>
              <a:gd name="adj1" fmla="val 8659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2" name="Rectángulo 641">
            <a:extLst>
              <a:ext uri="{FF2B5EF4-FFF2-40B4-BE49-F238E27FC236}">
                <a16:creationId xmlns:a16="http://schemas.microsoft.com/office/drawing/2014/main" id="{23F8FA98-9C59-B881-0D01-D2F0CC7FC020}"/>
              </a:ext>
            </a:extLst>
          </p:cNvPr>
          <p:cNvSpPr/>
          <p:nvPr/>
        </p:nvSpPr>
        <p:spPr>
          <a:xfrm>
            <a:off x="2670634" y="9821039"/>
            <a:ext cx="1074057" cy="4191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bg1"/>
                </a:solidFill>
              </a:rPr>
              <a:t>Retorno a QA</a:t>
            </a:r>
          </a:p>
        </p:txBody>
      </p:sp>
      <p:cxnSp>
        <p:nvCxnSpPr>
          <p:cNvPr id="656" name="Conector recto de flecha 655">
            <a:extLst>
              <a:ext uri="{FF2B5EF4-FFF2-40B4-BE49-F238E27FC236}">
                <a16:creationId xmlns:a16="http://schemas.microsoft.com/office/drawing/2014/main" id="{DE238344-08C1-8A4B-909A-009D9BE7EC10}"/>
              </a:ext>
            </a:extLst>
          </p:cNvPr>
          <p:cNvCxnSpPr>
            <a:stCxn id="171" idx="2"/>
            <a:endCxn id="217" idx="0"/>
          </p:cNvCxnSpPr>
          <p:nvPr/>
        </p:nvCxnSpPr>
        <p:spPr>
          <a:xfrm>
            <a:off x="1441553" y="8729505"/>
            <a:ext cx="10319" cy="3496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8" name="Triángulo isósceles 657">
            <a:extLst>
              <a:ext uri="{FF2B5EF4-FFF2-40B4-BE49-F238E27FC236}">
                <a16:creationId xmlns:a16="http://schemas.microsoft.com/office/drawing/2014/main" id="{B4B401C7-C686-3953-B079-DB6DA7DAD92C}"/>
              </a:ext>
            </a:extLst>
          </p:cNvPr>
          <p:cNvSpPr/>
          <p:nvPr/>
        </p:nvSpPr>
        <p:spPr>
          <a:xfrm rot="10800000">
            <a:off x="2937570" y="9288745"/>
            <a:ext cx="537029" cy="300050"/>
          </a:xfrm>
          <a:prstGeom prst="triangle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bg1"/>
              </a:solidFill>
            </a:endParaRPr>
          </a:p>
        </p:txBody>
      </p:sp>
      <p:cxnSp>
        <p:nvCxnSpPr>
          <p:cNvPr id="660" name="Conector recto de flecha 659">
            <a:extLst>
              <a:ext uri="{FF2B5EF4-FFF2-40B4-BE49-F238E27FC236}">
                <a16:creationId xmlns:a16="http://schemas.microsoft.com/office/drawing/2014/main" id="{F5676425-B3F5-EA98-257C-56608487025A}"/>
              </a:ext>
            </a:extLst>
          </p:cNvPr>
          <p:cNvCxnSpPr>
            <a:cxnSpLocks/>
            <a:stCxn id="217" idx="3"/>
            <a:endCxn id="658" idx="4"/>
          </p:cNvCxnSpPr>
          <p:nvPr/>
        </p:nvCxnSpPr>
        <p:spPr>
          <a:xfrm>
            <a:off x="1988900" y="9288745"/>
            <a:ext cx="9486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ector recto de flecha 661">
            <a:extLst>
              <a:ext uri="{FF2B5EF4-FFF2-40B4-BE49-F238E27FC236}">
                <a16:creationId xmlns:a16="http://schemas.microsoft.com/office/drawing/2014/main" id="{D0D46A65-E0E6-EC76-EB88-80702ED00026}"/>
              </a:ext>
            </a:extLst>
          </p:cNvPr>
          <p:cNvCxnSpPr>
            <a:cxnSpLocks/>
            <a:stCxn id="658" idx="3"/>
            <a:endCxn id="216" idx="1"/>
          </p:cNvCxnSpPr>
          <p:nvPr/>
        </p:nvCxnSpPr>
        <p:spPr>
          <a:xfrm>
            <a:off x="3206084" y="9288745"/>
            <a:ext cx="10542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ector recto de flecha 673">
            <a:extLst>
              <a:ext uri="{FF2B5EF4-FFF2-40B4-BE49-F238E27FC236}">
                <a16:creationId xmlns:a16="http://schemas.microsoft.com/office/drawing/2014/main" id="{700856CA-AE9B-C5D6-A160-4FCE1E3041BA}"/>
              </a:ext>
            </a:extLst>
          </p:cNvPr>
          <p:cNvCxnSpPr>
            <a:cxnSpLocks/>
            <a:stCxn id="658" idx="3"/>
            <a:endCxn id="642" idx="0"/>
          </p:cNvCxnSpPr>
          <p:nvPr/>
        </p:nvCxnSpPr>
        <p:spPr>
          <a:xfrm>
            <a:off x="3206084" y="9288745"/>
            <a:ext cx="1579" cy="5322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6" name="Diagrama de flujo: pantalla 675">
            <a:extLst>
              <a:ext uri="{FF2B5EF4-FFF2-40B4-BE49-F238E27FC236}">
                <a16:creationId xmlns:a16="http://schemas.microsoft.com/office/drawing/2014/main" id="{45702854-5146-0FA8-FBDF-C86B2AE1DEBD}"/>
              </a:ext>
            </a:extLst>
          </p:cNvPr>
          <p:cNvSpPr/>
          <p:nvPr/>
        </p:nvSpPr>
        <p:spPr>
          <a:xfrm>
            <a:off x="2613867" y="11161043"/>
            <a:ext cx="1184433" cy="668945"/>
          </a:xfrm>
          <a:prstGeom prst="flowChartDispla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/>
              <a:t>Consulta historial de reparación</a:t>
            </a:r>
          </a:p>
        </p:txBody>
      </p:sp>
      <p:sp>
        <p:nvSpPr>
          <p:cNvPr id="677" name="Rectángulo 676">
            <a:extLst>
              <a:ext uri="{FF2B5EF4-FFF2-40B4-BE49-F238E27FC236}">
                <a16:creationId xmlns:a16="http://schemas.microsoft.com/office/drawing/2014/main" id="{144BEF29-F5A0-68FA-552C-52A24E916880}"/>
              </a:ext>
            </a:extLst>
          </p:cNvPr>
          <p:cNvSpPr/>
          <p:nvPr/>
        </p:nvSpPr>
        <p:spPr>
          <a:xfrm>
            <a:off x="2670634" y="10503918"/>
            <a:ext cx="1074057" cy="4191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noProof="0" dirty="0"/>
              <a:t>Defect MS</a:t>
            </a:r>
          </a:p>
        </p:txBody>
      </p:sp>
      <p:sp>
        <p:nvSpPr>
          <p:cNvPr id="684" name="Rombo 683">
            <a:extLst>
              <a:ext uri="{FF2B5EF4-FFF2-40B4-BE49-F238E27FC236}">
                <a16:creationId xmlns:a16="http://schemas.microsoft.com/office/drawing/2014/main" id="{B1C61BA7-1B41-C4E2-909E-B09670914680}"/>
              </a:ext>
            </a:extLst>
          </p:cNvPr>
          <p:cNvSpPr/>
          <p:nvPr/>
        </p:nvSpPr>
        <p:spPr>
          <a:xfrm>
            <a:off x="812871" y="10214470"/>
            <a:ext cx="1278000" cy="419100"/>
          </a:xfrm>
          <a:prstGeom prst="diamond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bg1"/>
                </a:solidFill>
              </a:rPr>
              <a:t>Defecto</a:t>
            </a:r>
          </a:p>
        </p:txBody>
      </p:sp>
      <p:sp>
        <p:nvSpPr>
          <p:cNvPr id="685" name="Rectángulo 684">
            <a:extLst>
              <a:ext uri="{FF2B5EF4-FFF2-40B4-BE49-F238E27FC236}">
                <a16:creationId xmlns:a16="http://schemas.microsoft.com/office/drawing/2014/main" id="{6B72FA76-9363-8E19-5B8E-1D6CD0CDFBF6}"/>
              </a:ext>
            </a:extLst>
          </p:cNvPr>
          <p:cNvSpPr/>
          <p:nvPr/>
        </p:nvSpPr>
        <p:spPr>
          <a:xfrm>
            <a:off x="904523" y="11285965"/>
            <a:ext cx="1074057" cy="4191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>
                <a:solidFill>
                  <a:schemeClr val="bg1"/>
                </a:solidFill>
              </a:rPr>
              <a:t>Aseguramiento QA</a:t>
            </a:r>
          </a:p>
        </p:txBody>
      </p:sp>
      <p:cxnSp>
        <p:nvCxnSpPr>
          <p:cNvPr id="691" name="Conector: angular 690">
            <a:extLst>
              <a:ext uri="{FF2B5EF4-FFF2-40B4-BE49-F238E27FC236}">
                <a16:creationId xmlns:a16="http://schemas.microsoft.com/office/drawing/2014/main" id="{E067FA04-A676-8280-FF99-C20275545C45}"/>
              </a:ext>
            </a:extLst>
          </p:cNvPr>
          <p:cNvCxnSpPr>
            <a:cxnSpLocks/>
            <a:stCxn id="697" idx="2"/>
            <a:endCxn id="15" idx="0"/>
          </p:cNvCxnSpPr>
          <p:nvPr/>
        </p:nvCxnSpPr>
        <p:spPr>
          <a:xfrm rot="5400000" flipH="1" flipV="1">
            <a:off x="989469" y="4910276"/>
            <a:ext cx="4485644" cy="5221598"/>
          </a:xfrm>
          <a:prstGeom prst="bentConnector5">
            <a:avLst>
              <a:gd name="adj1" fmla="val 106108"/>
              <a:gd name="adj2" fmla="val 44409"/>
              <a:gd name="adj3" fmla="val 10609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7" name="Rectángulo 696">
            <a:extLst>
              <a:ext uri="{FF2B5EF4-FFF2-40B4-BE49-F238E27FC236}">
                <a16:creationId xmlns:a16="http://schemas.microsoft.com/office/drawing/2014/main" id="{9AE2F481-DAAB-A79E-CE76-A03D90412A84}"/>
              </a:ext>
            </a:extLst>
          </p:cNvPr>
          <p:cNvSpPr/>
          <p:nvPr/>
        </p:nvSpPr>
        <p:spPr>
          <a:xfrm>
            <a:off x="447360" y="9344797"/>
            <a:ext cx="348263" cy="419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08" name="Conector: angular 707">
            <a:extLst>
              <a:ext uri="{FF2B5EF4-FFF2-40B4-BE49-F238E27FC236}">
                <a16:creationId xmlns:a16="http://schemas.microsoft.com/office/drawing/2014/main" id="{EBCDE342-9544-4BE6-920C-72E0A9B7C606}"/>
              </a:ext>
            </a:extLst>
          </p:cNvPr>
          <p:cNvCxnSpPr>
            <a:cxnSpLocks/>
            <a:stCxn id="684" idx="0"/>
            <a:endCxn id="697" idx="2"/>
          </p:cNvCxnSpPr>
          <p:nvPr/>
        </p:nvCxnSpPr>
        <p:spPr>
          <a:xfrm rot="16200000" flipV="1">
            <a:off x="811396" y="9573994"/>
            <a:ext cx="450573" cy="830379"/>
          </a:xfrm>
          <a:prstGeom prst="bentConnector3">
            <a:avLst>
              <a:gd name="adj1" fmla="val 9904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6" name="CuadroTexto 715">
            <a:extLst>
              <a:ext uri="{FF2B5EF4-FFF2-40B4-BE49-F238E27FC236}">
                <a16:creationId xmlns:a16="http://schemas.microsoft.com/office/drawing/2014/main" id="{3BBD9EB5-B4BF-2736-C9C0-58731B9E9DDD}"/>
              </a:ext>
            </a:extLst>
          </p:cNvPr>
          <p:cNvSpPr txBox="1"/>
          <p:nvPr/>
        </p:nvSpPr>
        <p:spPr>
          <a:xfrm>
            <a:off x="555317" y="10444491"/>
            <a:ext cx="3449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/>
              <a:t>No</a:t>
            </a:r>
          </a:p>
        </p:txBody>
      </p:sp>
      <p:sp>
        <p:nvSpPr>
          <p:cNvPr id="717" name="CuadroTexto 716">
            <a:extLst>
              <a:ext uri="{FF2B5EF4-FFF2-40B4-BE49-F238E27FC236}">
                <a16:creationId xmlns:a16="http://schemas.microsoft.com/office/drawing/2014/main" id="{FB8EDDD9-05E0-B89F-8D34-16482D935C3B}"/>
              </a:ext>
            </a:extLst>
          </p:cNvPr>
          <p:cNvSpPr txBox="1"/>
          <p:nvPr/>
        </p:nvSpPr>
        <p:spPr>
          <a:xfrm>
            <a:off x="1433128" y="9988072"/>
            <a:ext cx="2872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/>
              <a:t>Si</a:t>
            </a:r>
          </a:p>
        </p:txBody>
      </p:sp>
      <p:cxnSp>
        <p:nvCxnSpPr>
          <p:cNvPr id="719" name="Conector recto de flecha 718">
            <a:extLst>
              <a:ext uri="{FF2B5EF4-FFF2-40B4-BE49-F238E27FC236}">
                <a16:creationId xmlns:a16="http://schemas.microsoft.com/office/drawing/2014/main" id="{D7E6D58D-D584-68C3-0871-46269A4EEBC4}"/>
              </a:ext>
            </a:extLst>
          </p:cNvPr>
          <p:cNvCxnSpPr>
            <a:stCxn id="676" idx="1"/>
            <a:endCxn id="685" idx="3"/>
          </p:cNvCxnSpPr>
          <p:nvPr/>
        </p:nvCxnSpPr>
        <p:spPr>
          <a:xfrm flipH="1" flipV="1">
            <a:off x="1978580" y="11495515"/>
            <a:ext cx="63528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ector recto de flecha 720">
            <a:extLst>
              <a:ext uri="{FF2B5EF4-FFF2-40B4-BE49-F238E27FC236}">
                <a16:creationId xmlns:a16="http://schemas.microsoft.com/office/drawing/2014/main" id="{FAD86590-8A3D-960F-7007-1C030167B1CF}"/>
              </a:ext>
            </a:extLst>
          </p:cNvPr>
          <p:cNvCxnSpPr>
            <a:stCxn id="685" idx="0"/>
            <a:endCxn id="684" idx="2"/>
          </p:cNvCxnSpPr>
          <p:nvPr/>
        </p:nvCxnSpPr>
        <p:spPr>
          <a:xfrm flipV="1">
            <a:off x="1441552" y="10633570"/>
            <a:ext cx="10319" cy="652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C1668C2E-4571-DEB9-F39E-29140E58BC19}"/>
              </a:ext>
            </a:extLst>
          </p:cNvPr>
          <p:cNvSpPr txBox="1"/>
          <p:nvPr/>
        </p:nvSpPr>
        <p:spPr>
          <a:xfrm>
            <a:off x="4260381" y="9821039"/>
            <a:ext cx="1044100" cy="738664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600" dirty="0">
                <a:solidFill>
                  <a:schemeClr val="accent2">
                    <a:lumMod val="75000"/>
                  </a:schemeClr>
                </a:solidFill>
              </a:rPr>
              <a:t>Después de la reparación calidad debe confirmar la actualización del status por parte del área de reparación y asegurar visualmente el trabajo y continuar con el proceso.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8C187DB9-21D8-6663-77EE-E42C3433CB06}"/>
              </a:ext>
            </a:extLst>
          </p:cNvPr>
          <p:cNvCxnSpPr>
            <a:stCxn id="642" idx="2"/>
            <a:endCxn id="677" idx="0"/>
          </p:cNvCxnSpPr>
          <p:nvPr/>
        </p:nvCxnSpPr>
        <p:spPr>
          <a:xfrm>
            <a:off x="3207663" y="10240139"/>
            <a:ext cx="0" cy="2637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FD871D0-45E9-0FB7-CB0E-8D348CC3897A}"/>
              </a:ext>
            </a:extLst>
          </p:cNvPr>
          <p:cNvCxnSpPr>
            <a:stCxn id="677" idx="2"/>
            <a:endCxn id="676" idx="0"/>
          </p:cNvCxnSpPr>
          <p:nvPr/>
        </p:nvCxnSpPr>
        <p:spPr>
          <a:xfrm flipH="1">
            <a:off x="3206084" y="10923018"/>
            <a:ext cx="1579" cy="2380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17628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1043</TotalTime>
  <Words>155</Words>
  <Application>Microsoft Office PowerPoint</Application>
  <PresentationFormat>Panorámica</PresentationFormat>
  <Paragraphs>36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 Gmz</dc:creator>
  <cp:lastModifiedBy>Chai Gmz</cp:lastModifiedBy>
  <cp:revision>2</cp:revision>
  <dcterms:created xsi:type="dcterms:W3CDTF">2025-10-29T15:52:37Z</dcterms:created>
  <dcterms:modified xsi:type="dcterms:W3CDTF">2025-10-30T23:32:49Z</dcterms:modified>
</cp:coreProperties>
</file>